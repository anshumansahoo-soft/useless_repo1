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80363" y="1804095"/>
            <a:ext cx="3783125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Working Area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597326" y="2505075"/>
            <a:ext cx="39491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First Stage of Git Workflow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110121" y="3152775"/>
            <a:ext cx="292375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You | Date: Monday 10:00 AM IST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Git? (Quick Recap)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version control system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changes in code over time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collaboration across teams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3-stage architecture: Working → Staging → Commit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Git's 3-Stage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325761"/>
            <a:ext cx="7924800" cy="9798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38200" y="15543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Working Directory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38200" y="1874341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edit files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609600" y="2534245"/>
            <a:ext cx="7924800" cy="9798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8200" y="2762845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Staging Area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3082826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changes for commit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609600" y="3742730"/>
            <a:ext cx="7924800" cy="979884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8200" y="3971330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Local Repository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291310"/>
            <a:ext cx="7616952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2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commit history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Working Directory?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directory on your local machine where project files physically exist and where you make edits.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718072"/>
            <a:ext cx="7924800" cy="731341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States in Working Directory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Untracked: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New file, not yet known to Git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Tracked &amp; Modified: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 changed since last commit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Deleted: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 removed but not staged for removal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Ignored: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 in .gitignore, Git doesn't track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Commands - Check Status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status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413272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current state: which files are modified, untracked, deleted, or staged.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1676102"/>
            <a:ext cx="7924800" cy="1456730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Commands - View Changes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diff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413272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working directory changes vs staged changes.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1676102"/>
            <a:ext cx="7924800" cy="1840706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Commands - Stage Changes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&lt;file&gt;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413272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file from working directory to staging area (index).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1676102"/>
            <a:ext cx="7924800" cy="1072753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Commands - Undo Changes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restore &lt;file&gt;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413272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 changes in working directory (discard edits).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1676102"/>
            <a:ext cx="7924800" cy="880765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Advanced: Selective Staging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808329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 -p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1413272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Interactively stage parts of a file (useful for mixed changes).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1676102"/>
            <a:ext cx="7924800" cy="688777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Directory &amp; .gitignore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in .gitignore are NOT tracked by Git. Use for: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4400" y="143619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files: 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*.log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files: 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Dependencies: 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node_modules/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outputs: 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dist/, build/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Example: Step-by-Step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7924800" cy="3205163"/>
          </a:xfrm>
          <a:prstGeom prst="rect">
            <a:avLst/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Lifecycle in Working Directory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843980"/>
            <a:ext cx="808329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edit after staging: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530352" y="2035969"/>
            <a:ext cx="808329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1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 version ≠ Working version (use git diff --staged)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Q&amp;A: Working Directory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What's the difference between working directory and staging area?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600" y="135999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Working is where you edit; staging prepares selected changes for commit.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1699022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How to undo changes in working directory?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1885652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Use </a:t>
            </a:r>
            <a:pPr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restore &lt;file&gt;</a:t>
            </a:r>
            <a:pPr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(or git checkout -- &lt;file&gt;)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Advanced: Git Object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3361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Directory is the ONLY place where files are stored in full form (readable).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600" y="1436191"/>
            <a:ext cx="7924800" cy="518071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182862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Git is so efficient with storage!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Directory = your local project folder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stay here until you 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add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status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diff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constantly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.gitignore keeps unwanted files out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these commands for daily Git work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5972" y="1872704"/>
            <a:ext cx="187205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080458" y="2512665"/>
            <a:ext cx="9829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05713" y="3084165"/>
            <a:ext cx="373257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Topics: Staging Area, Local Repo, Remote Repo, GitHub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2025-11-21T07:14:26Z</dcterms:created>
  <dcterms:modified xsi:type="dcterms:W3CDTF">2025-11-21T07:14:26Z</dcterms:modified>
</cp:coreProperties>
</file>