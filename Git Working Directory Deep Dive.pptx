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5054" y="1461195"/>
            <a:ext cx="60137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Working Directory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955585" y="2299395"/>
            <a:ext cx="323268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Git's First Stage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556794" y="2924175"/>
            <a:ext cx="403026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into File States, Commands &amp; Workflows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500563" y="3468886"/>
            <a:ext cx="21428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Fundamentals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Git &amp; Why 3 Areas Matter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Directory: Definition &amp; Role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States in Working Area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Commands &amp; Demo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Git's Three-Tree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5543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tracks changes through 3 distinct stages: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36129" y="2022872"/>
            <a:ext cx="1201341" cy="769441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0785" y="2022872"/>
            <a:ext cx="1153269" cy="769441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17370" y="2022872"/>
            <a:ext cx="1390501" cy="769441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0352" y="2944713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→ Staged → Committed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Working Directory?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69711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76300" y="1478161"/>
            <a:ext cx="75780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Working Directory is where your project files physically live on your local machine.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1946672"/>
            <a:ext cx="7620000" cy="1691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workspace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where you edit, create, and delete files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made here are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tracked by Git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tracked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files show up in status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compares Working Directory vs Staging Area to detect changes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States in Working Directory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761"/>
            <a:ext cx="7924800" cy="1044625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47725" y="1929557"/>
            <a:ext cx="7597521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files Git doesn't know about yet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2370386"/>
            <a:ext cx="7924800" cy="1044625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7725" y="2974181"/>
            <a:ext cx="7597521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Previously tracked files that changed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609600" y="3415010"/>
            <a:ext cx="7924800" cy="1044625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7725" y="4018806"/>
            <a:ext cx="7597521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files that were removed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4459635"/>
            <a:ext cx="7924800" cy="1044625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>
            <a:outerShdw sx="100000" sy="100000" kx="0" ky="0" algn="bl" rotWithShape="0" blurRad="76200" dist="381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5063430"/>
            <a:ext cx="7597521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in .gitignore (not tracked)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Status: git status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what's happening in your Working Directory: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7924800" cy="496788"/>
          </a:xfrm>
          <a:prstGeom prst="rect">
            <a:avLst/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252960"/>
            <a:ext cx="7924800" cy="77241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177778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Shows modified and untracked files in Working Directory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Changes: git diff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differences between Working Directory &amp; Staged: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7924800" cy="496788"/>
          </a:xfrm>
          <a:prstGeom prst="rect">
            <a:avLst/>
          </a:prstGeom>
          <a:solidFill>
            <a:srgbClr val="0206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252960"/>
            <a:ext cx="7924800" cy="591145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996505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Shows line-by-line changes made but not yet staged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to Staging: git add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changes for commit: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718072"/>
            <a:ext cx="7924800" cy="73908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685752"/>
            <a:ext cx="7924800" cy="87317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6300" y="2914352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happens: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3127623"/>
            <a:ext cx="757809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moves from Working Directory → Staging Area. Ready for next commit.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Undoing Changes: git restore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Discard modifications in Working Directory: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718072"/>
            <a:ext cx="7924800" cy="73908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685752"/>
            <a:ext cx="7924800" cy="87317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6300" y="2914352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Warning: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3127623"/>
            <a:ext cx="757809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are </a:t>
            </a:r>
            <a:pPr indent="0" marL="0">
              <a:lnSpc>
                <a:spcPts val="2128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permanently discarded</a:t>
            </a:r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Cannot be recovered unless committed.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Untracked Files: git clean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extra files in Working Directory: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718072"/>
            <a:ext cx="7924800" cy="73908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685752"/>
            <a:ext cx="7924800" cy="87317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6300" y="2914352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Destructive: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3127623"/>
            <a:ext cx="757809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Deletes files permanently. Always use </a:t>
            </a:r>
            <a:pPr indent="0" marL="0">
              <a:lnSpc>
                <a:spcPts val="2128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-n</a:t>
            </a:r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flag first to preview.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.gitignore: Excluded from Tracking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files should never be tracked. Create .gitignore: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718072"/>
            <a:ext cx="7924800" cy="73908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685752"/>
            <a:ext cx="7924800" cy="873175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76300" y="2914352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Key Point: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3127623"/>
            <a:ext cx="7578090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treats ignored files as non-existent. They don't show up in </a:t>
            </a:r>
            <a:pPr indent="0" marL="0">
              <a:lnSpc>
                <a:spcPts val="2128"/>
              </a:lnSpc>
              <a:buNone/>
            </a:pPr>
            <a:r>
              <a:rPr lang="en-US" sz="114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</a:t>
            </a:r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Complete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example with app.py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8200" y="1615232"/>
            <a:ext cx="7696200" cy="233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Modify app.py in Working Directory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 </a:t>
            </a:r>
            <a:pPr indent="0" marL="0">
              <a:lnSpc>
                <a:spcPts val="28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shows "modified"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 </a:t>
            </a:r>
            <a:pPr indent="0" marL="0">
              <a:lnSpc>
                <a:spcPts val="28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see exact changes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 </a:t>
            </a:r>
            <a:pPr indent="0" marL="0">
              <a:lnSpc>
                <a:spcPts val="28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app.py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move to Staging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 </a:t>
            </a:r>
            <a:pPr indent="0" marL="0">
              <a:lnSpc>
                <a:spcPts val="28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shows "staged"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 </a:t>
            </a:r>
            <a:pPr indent="0" marL="0">
              <a:lnSpc>
                <a:spcPts val="28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</a:t>
            </a:r>
            <a:pPr indent="0" marL="0">
              <a:lnSpc>
                <a:spcPts val="28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save to Repository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3946773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Changes travel: Working Dir → Staging → Repository (.git)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Differences</a:t>
            </a:r>
            <a:endParaRPr lang="en-US" sz="2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Git Object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Working Directory connects to internal storage: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641872"/>
            <a:ext cx="7924800" cy="88374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76300" y="1870472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Working Directory: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083743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exist in </a:t>
            </a:r>
            <a:pPr indent="0" marL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readable form</a:t>
            </a:r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(your source code)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678013"/>
            <a:ext cx="7924800" cy="88374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6300" y="2906613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🗜️ .git/objects/ folder: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6300" y="3119884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committed, Git stores files as </a:t>
            </a:r>
            <a:pPr indent="0" marL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blob objects</a:t>
            </a:r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SHA-1 hashes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3714155"/>
            <a:ext cx="808329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Only Working Directory has human-readable files!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Q&amp;A: Interview Questions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88374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76300" y="1478161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How to undo changes in Working Directory?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76300" y="1691432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Use </a:t>
            </a:r>
            <a:pPr indent="0" marL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restore &lt;file&gt;</a:t>
            </a:r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indent="0" marL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checkout -- &lt;file&gt;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133302"/>
            <a:ext cx="7924800" cy="88374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6300" y="2361902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Does Git track ALL files in Working Directory?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6300" y="2575173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No. Only tracked + staged. Untracked and ignored files are separate.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3017044"/>
            <a:ext cx="7924800" cy="883741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6300" y="3245644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How to see changes not yet staged?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6300" y="3458914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Use </a:t>
            </a:r>
            <a:pPr indent="0" marL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</a:t>
            </a:r>
            <a:pPr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(Working Dir vs Staging)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Reference Cheat Sheet</a:t>
            </a:r>
            <a:endParaRPr lang="en-US" sz="2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536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where files physically live and changes happen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file states: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untracked, modified tracked, deleted, ignored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Area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middle ground before committing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lnSpc>
                <a:spcPts val="324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review changes before staging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keeps unwanted files out of Git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this flow = Git mastery! 🚀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14" y="1790700"/>
            <a:ext cx="2495973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58" y="2567880"/>
            <a:ext cx="982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450317" y="3139380"/>
            <a:ext cx="224321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Working Directory Deep Dive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2025-11-21T06:45:47Z</dcterms:created>
  <dcterms:modified xsi:type="dcterms:W3CDTF">2025-11-21T06:45:47Z</dcterms:modified>
</cp:coreProperties>
</file>