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Git - Working Directory (Working Area)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Simple Topic-wise Explanation with Diagrams &amp;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Working Directory?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folder on your computer where project files exist.</a:t>
            </a:r>
          </a:p>
          <a:p>
            <a:r>
              <a:t>• You edit, create, delete files here.</a:t>
            </a:r>
          </a:p>
          <a:p>
            <a:r>
              <a:t>• Git monitors this area to track changes.</a:t>
            </a:r>
          </a:p>
          <a:p>
            <a:r>
              <a:t>• Files can be Untracked, Modified, or Deleted.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Flow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Working Directory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3716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Staging Area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3716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Local Repo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git status – Show changes</a:t>
            </a:r>
          </a:p>
          <a:p>
            <a:r>
              <a:t>• git diff – Show line differences</a:t>
            </a:r>
          </a:p>
          <a:p>
            <a:r>
              <a:t>• git add &lt;file&gt; – Move to staging</a:t>
            </a:r>
          </a:p>
          <a:p>
            <a:r>
              <a:t>• git restore &lt;file&gt; – Undo changes</a:t>
            </a:r>
          </a:p>
          <a:p>
            <a:r>
              <a:t>• git clean -fd – Remove untracked files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 1: Create new file</a:t>
            </a:r>
          </a:p>
          <a:p>
            <a:r>
              <a:t>touch app.js</a:t>
            </a:r>
          </a:p>
          <a:p>
            <a:r>
              <a:t>git status → shows untracked</a:t>
            </a:r>
          </a:p>
          <a:p>
            <a:r>
              <a:t>git add app.js</a:t>
            </a:r>
          </a:p>
          <a:p>
            <a:r>
              <a:t>git commit -m "added app.js"</a:t>
            </a:r>
          </a:p>
          <a:p/>
          <a:p>
            <a:r>
              <a:t>Example 2: Undo changes</a:t>
            </a:r>
          </a:p>
          <a:p>
            <a:r>
              <a:t>git restore app.js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